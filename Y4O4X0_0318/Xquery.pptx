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80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86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96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34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74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87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4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04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751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3544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175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098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90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660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82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FE2455-E091-4BD6-840D-D056C88E8DD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3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589213" y="1185260"/>
            <a:ext cx="8421950" cy="1476977"/>
          </a:xfrm>
        </p:spPr>
        <p:txBody>
          <a:bodyPr>
            <a:normAutofit/>
          </a:bodyPr>
          <a:lstStyle/>
          <a:p>
            <a:r>
              <a:rPr lang="hu-HU" sz="6600" dirty="0" err="1" smtClean="0">
                <a:solidFill>
                  <a:schemeClr val="tx1"/>
                </a:solidFill>
              </a:rPr>
              <a:t>Xquery</a:t>
            </a:r>
            <a:endParaRPr lang="en-US" sz="6600" dirty="0">
              <a:solidFill>
                <a:schemeClr val="tx1"/>
              </a:solidFill>
            </a:endParaRP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smtClean="0"/>
              <a:t>Készítette: Szalóczy Krisztián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684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Mi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az</a:t>
            </a:r>
            <a:r>
              <a:rPr lang="en-US" dirty="0">
                <a:solidFill>
                  <a:schemeClr val="tx1"/>
                </a:solidFill>
              </a:rPr>
              <a:t> XQuery?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lekérdező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b="1" dirty="0"/>
              <a:t>XML </a:t>
            </a:r>
            <a:r>
              <a:rPr lang="en-US" b="1" dirty="0" err="1"/>
              <a:t>adatok</a:t>
            </a:r>
            <a:r>
              <a:rPr lang="en-US" b="1" dirty="0"/>
              <a:t> </a:t>
            </a:r>
            <a:r>
              <a:rPr lang="en-US" b="1" dirty="0" err="1"/>
              <a:t>feldolgozására</a:t>
            </a:r>
            <a:r>
              <a:rPr lang="en-US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 </a:t>
            </a:r>
            <a:r>
              <a:rPr lang="en-US" b="1" dirty="0" err="1"/>
              <a:t>lekérdezésére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r>
              <a:rPr lang="en-US" dirty="0" err="1"/>
              <a:t>Hasonló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világában</a:t>
            </a:r>
            <a:r>
              <a:rPr lang="en-US" dirty="0"/>
              <a:t>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</a:t>
            </a:r>
            <a:r>
              <a:rPr lang="en-US" dirty="0"/>
              <a:t> a </a:t>
            </a:r>
            <a:r>
              <a:rPr lang="en-US" dirty="0" err="1"/>
              <a:t>relációs</a:t>
            </a:r>
            <a:r>
              <a:rPr lang="en-US" dirty="0"/>
              <a:t> </a:t>
            </a:r>
            <a:r>
              <a:rPr lang="en-US" dirty="0" err="1"/>
              <a:t>adatbázisoknál</a:t>
            </a:r>
            <a:r>
              <a:rPr lang="en-US" dirty="0"/>
              <a:t>.</a:t>
            </a:r>
          </a:p>
          <a:p>
            <a:r>
              <a:rPr lang="en-US" dirty="0" err="1"/>
              <a:t>Tehát</a:t>
            </a:r>
            <a:r>
              <a:rPr lang="en-US" dirty="0"/>
              <a:t>:</a:t>
            </a:r>
          </a:p>
          <a:p>
            <a:r>
              <a:rPr lang="en-US" dirty="0"/>
              <a:t>SQL → </a:t>
            </a:r>
            <a:r>
              <a:rPr lang="en-US" dirty="0" err="1"/>
              <a:t>táblák</a:t>
            </a:r>
            <a:r>
              <a:rPr lang="en-US" dirty="0"/>
              <a:t> </a:t>
            </a:r>
            <a:r>
              <a:rPr lang="en-US" dirty="0" err="1"/>
              <a:t>lekérdezése</a:t>
            </a:r>
            <a:endParaRPr lang="en-US" dirty="0"/>
          </a:p>
          <a:p>
            <a:r>
              <a:rPr lang="en-US" dirty="0"/>
              <a:t>XQuery → </a:t>
            </a:r>
            <a:r>
              <a:rPr lang="en-US" b="1" dirty="0"/>
              <a:t>XML </a:t>
            </a:r>
            <a:r>
              <a:rPr lang="en-US" b="1" dirty="0" err="1"/>
              <a:t>dokumentumok</a:t>
            </a:r>
            <a:r>
              <a:rPr lang="en-US" b="1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XPath</a:t>
            </a:r>
            <a:r>
              <a:rPr lang="en-US" dirty="0"/>
              <a:t> </a:t>
            </a:r>
            <a:r>
              <a:rPr lang="en-US" dirty="0" err="1"/>
              <a:t>kifejezésekre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amelyekkel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struktúrában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navigálni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361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Fő célja - használata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589212" y="2219353"/>
            <a:ext cx="5926138" cy="36575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pPr lvl="1"/>
            <a:r>
              <a:rPr lang="en-US" dirty="0"/>
              <a:t>XML </a:t>
            </a:r>
            <a:r>
              <a:rPr lang="en-US" dirty="0" err="1"/>
              <a:t>struktúrák</a:t>
            </a:r>
            <a:r>
              <a:rPr lang="en-US" dirty="0"/>
              <a:t> </a:t>
            </a:r>
            <a:r>
              <a:rPr lang="en-US" b="1" dirty="0" err="1"/>
              <a:t>feldolgozása</a:t>
            </a:r>
            <a:endParaRPr lang="en-US" dirty="0"/>
          </a:p>
          <a:p>
            <a:pPr lvl="1"/>
            <a:r>
              <a:rPr lang="en-US" dirty="0" err="1"/>
              <a:t>új</a:t>
            </a:r>
            <a:r>
              <a:rPr lang="en-US" dirty="0"/>
              <a:t> XML </a:t>
            </a:r>
            <a:r>
              <a:rPr lang="en-US" b="1" dirty="0" err="1"/>
              <a:t>generálása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r>
              <a:rPr lang="en-US" dirty="0" err="1"/>
              <a:t>Felhasználás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adatbázisok</a:t>
            </a:r>
            <a:endParaRPr lang="en-US" dirty="0"/>
          </a:p>
          <a:p>
            <a:pPr lvl="1"/>
            <a:r>
              <a:rPr lang="en-US" dirty="0" err="1"/>
              <a:t>webszolgáltatások</a:t>
            </a:r>
            <a:endParaRPr lang="en-US" dirty="0"/>
          </a:p>
          <a:p>
            <a:pPr lvl="1"/>
            <a:r>
              <a:rPr lang="en-US" dirty="0" err="1"/>
              <a:t>dokumentumkezelő</a:t>
            </a:r>
            <a:r>
              <a:rPr lang="en-US" dirty="0"/>
              <a:t> </a:t>
            </a:r>
            <a:r>
              <a:rPr lang="en-US" dirty="0" err="1"/>
              <a:t>rendszerek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104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FLWOR </a:t>
            </a:r>
            <a:r>
              <a:rPr lang="hu-HU" dirty="0" err="1" smtClean="0"/>
              <a:t>expression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legismertebb</a:t>
            </a:r>
            <a:r>
              <a:rPr lang="en-US" dirty="0"/>
              <a:t> XQuery </a:t>
            </a:r>
            <a:r>
              <a:rPr lang="en-US" dirty="0" err="1"/>
              <a:t>szerkezet</a:t>
            </a:r>
            <a:r>
              <a:rPr lang="en-US" dirty="0"/>
              <a:t> a </a:t>
            </a:r>
            <a:r>
              <a:rPr lang="en-US" b="1" dirty="0"/>
              <a:t>FLWOR</a:t>
            </a:r>
            <a:r>
              <a:rPr lang="en-US" dirty="0" smtClean="0"/>
              <a:t>.</a:t>
            </a:r>
            <a:r>
              <a:rPr lang="hu-HU" dirty="0" smtClean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XQuery-ben kb.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 SELECT </a:t>
            </a:r>
            <a:r>
              <a:rPr lang="en-US" b="1" dirty="0" err="1"/>
              <a:t>lekérdezés</a:t>
            </a:r>
            <a:r>
              <a:rPr lang="en-US" dirty="0"/>
              <a:t>.</a:t>
            </a:r>
            <a:endParaRPr lang="hu-HU" dirty="0" smtClean="0"/>
          </a:p>
          <a:p>
            <a:pPr lvl="1"/>
            <a:r>
              <a:rPr lang="hu-HU" dirty="0" smtClean="0"/>
              <a:t>Mozaikszó : </a:t>
            </a:r>
          </a:p>
          <a:p>
            <a:pPr lvl="2"/>
            <a:r>
              <a:rPr lang="hu-HU" b="1" dirty="0" smtClean="0"/>
              <a:t>FOR -&gt; </a:t>
            </a:r>
            <a:r>
              <a:rPr lang="hu-HU" dirty="0" smtClean="0"/>
              <a:t>Iterál egy elem listán</a:t>
            </a:r>
          </a:p>
          <a:p>
            <a:pPr lvl="2"/>
            <a:r>
              <a:rPr lang="hu-HU" b="1" dirty="0" smtClean="0"/>
              <a:t>LET -&gt; </a:t>
            </a:r>
            <a:r>
              <a:rPr lang="hu-HU" dirty="0" smtClean="0"/>
              <a:t>Változóba tesz egy értéket</a:t>
            </a:r>
          </a:p>
          <a:p>
            <a:pPr lvl="2"/>
            <a:r>
              <a:rPr lang="hu-HU" b="1" dirty="0" smtClean="0"/>
              <a:t>WHERE </a:t>
            </a:r>
            <a:r>
              <a:rPr lang="hu-HU" dirty="0" smtClean="0"/>
              <a:t>-&gt; Szűrés (mint SQL WHERE)</a:t>
            </a:r>
          </a:p>
          <a:p>
            <a:pPr lvl="2"/>
            <a:r>
              <a:rPr lang="hu-HU" b="1" dirty="0" smtClean="0"/>
              <a:t>ORDER BY </a:t>
            </a:r>
            <a:r>
              <a:rPr lang="hu-HU" dirty="0" smtClean="0"/>
              <a:t>-&gt; Rendezés</a:t>
            </a:r>
          </a:p>
          <a:p>
            <a:pPr lvl="2"/>
            <a:r>
              <a:rPr lang="hu-HU" b="1" dirty="0" smtClean="0"/>
              <a:t>RETURN </a:t>
            </a:r>
            <a:r>
              <a:rPr lang="hu-HU" dirty="0" smtClean="0"/>
              <a:t>-&gt; Mit adjon vissza a lekérdezés</a:t>
            </a:r>
          </a:p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71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zálak">
  <a:themeElements>
    <a:clrScheme name="Szálak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Szálak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álak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TM02892315[[fn=Szálak]]</Template>
  <TotalTime>2774</TotalTime>
  <Words>144</Words>
  <Application>Microsoft Office PowerPoint</Application>
  <PresentationFormat>Szélesvásznú</PresentationFormat>
  <Paragraphs>27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Szálak</vt:lpstr>
      <vt:lpstr>Xquery</vt:lpstr>
      <vt:lpstr>Mi az XQuery?</vt:lpstr>
      <vt:lpstr>Fő célja - használata</vt:lpstr>
      <vt:lpstr>FLWOR expression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Xquery</dc:title>
  <dc:creator>szalóczy krisztián</dc:creator>
  <cp:lastModifiedBy>szalóczy krisztián</cp:lastModifiedBy>
  <cp:revision>5</cp:revision>
  <dcterms:created xsi:type="dcterms:W3CDTF">2026-03-14T08:14:52Z</dcterms:created>
  <dcterms:modified xsi:type="dcterms:W3CDTF">2026-03-16T06:29:38Z</dcterms:modified>
</cp:coreProperties>
</file>