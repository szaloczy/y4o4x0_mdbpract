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2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80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86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96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634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74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874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4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2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04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751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3544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175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098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90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660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882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FE2455-E091-4BD6-840D-D056C88E8DD0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23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2589213" y="1185260"/>
            <a:ext cx="8421950" cy="1476977"/>
          </a:xfrm>
        </p:spPr>
        <p:txBody>
          <a:bodyPr>
            <a:normAutofit/>
          </a:bodyPr>
          <a:lstStyle/>
          <a:p>
            <a:r>
              <a:rPr lang="hu-HU" sz="6600" dirty="0" err="1">
                <a:solidFill>
                  <a:schemeClr val="tx1"/>
                </a:solidFill>
              </a:rPr>
              <a:t>Xquery</a:t>
            </a:r>
            <a:endParaRPr lang="en-US" sz="6600" dirty="0">
              <a:solidFill>
                <a:schemeClr val="tx1"/>
              </a:solidFill>
            </a:endParaRP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Szalóczy Krisztián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684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Mi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az</a:t>
            </a:r>
            <a:r>
              <a:rPr lang="en-US" dirty="0">
                <a:solidFill>
                  <a:schemeClr val="tx1"/>
                </a:solidFill>
              </a:rPr>
              <a:t> XQuery?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XQuery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lekérdező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b="1" dirty="0"/>
              <a:t>XML </a:t>
            </a:r>
            <a:r>
              <a:rPr lang="en-US" b="1" dirty="0" err="1"/>
              <a:t>adatok</a:t>
            </a:r>
            <a:r>
              <a:rPr lang="en-US" b="1" dirty="0"/>
              <a:t> </a:t>
            </a:r>
            <a:r>
              <a:rPr lang="en-US" b="1" dirty="0" err="1"/>
              <a:t>feldolgozására</a:t>
            </a:r>
            <a:r>
              <a:rPr lang="en-US" b="1" dirty="0"/>
              <a:t> </a:t>
            </a:r>
            <a:r>
              <a:rPr lang="en-US" b="1" dirty="0" err="1"/>
              <a:t>és</a:t>
            </a:r>
            <a:r>
              <a:rPr lang="en-US" b="1" dirty="0"/>
              <a:t> </a:t>
            </a:r>
            <a:r>
              <a:rPr lang="en-US" b="1" dirty="0" err="1"/>
              <a:t>lekérdezésére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</a:t>
            </a:r>
          </a:p>
          <a:p>
            <a:r>
              <a:rPr lang="en-US" dirty="0" err="1"/>
              <a:t>Hasonló</a:t>
            </a:r>
            <a:r>
              <a:rPr lang="en-US" dirty="0"/>
              <a:t> </a:t>
            </a:r>
            <a:r>
              <a:rPr lang="en-US" dirty="0" err="1"/>
              <a:t>szerepet</a:t>
            </a:r>
            <a:r>
              <a:rPr lang="en-US" dirty="0"/>
              <a:t> </a:t>
            </a:r>
            <a:r>
              <a:rPr lang="en-US" dirty="0" err="1"/>
              <a:t>tölt</a:t>
            </a:r>
            <a:r>
              <a:rPr lang="en-US" dirty="0"/>
              <a:t> be </a:t>
            </a:r>
            <a:r>
              <a:rPr lang="en-US" dirty="0" err="1"/>
              <a:t>az</a:t>
            </a:r>
            <a:r>
              <a:rPr lang="en-US" dirty="0"/>
              <a:t> XML </a:t>
            </a:r>
            <a:r>
              <a:rPr lang="en-US" dirty="0" err="1"/>
              <a:t>világában</a:t>
            </a:r>
            <a:r>
              <a:rPr lang="en-US" dirty="0"/>
              <a:t>, mint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SQL</a:t>
            </a:r>
            <a:r>
              <a:rPr lang="en-US" dirty="0"/>
              <a:t> a </a:t>
            </a:r>
            <a:r>
              <a:rPr lang="en-US" dirty="0" err="1"/>
              <a:t>relációs</a:t>
            </a:r>
            <a:r>
              <a:rPr lang="en-US" dirty="0"/>
              <a:t> </a:t>
            </a:r>
            <a:r>
              <a:rPr lang="en-US" dirty="0" err="1"/>
              <a:t>adatbázisoknál</a:t>
            </a:r>
            <a:r>
              <a:rPr lang="en-US" dirty="0"/>
              <a:t>.</a:t>
            </a:r>
          </a:p>
          <a:p>
            <a:r>
              <a:rPr lang="en-US" dirty="0" err="1"/>
              <a:t>Tehát</a:t>
            </a:r>
            <a:r>
              <a:rPr lang="en-US" dirty="0"/>
              <a:t>:</a:t>
            </a:r>
          </a:p>
          <a:p>
            <a:r>
              <a:rPr lang="en-US" dirty="0"/>
              <a:t>SQL → </a:t>
            </a:r>
            <a:r>
              <a:rPr lang="en-US" dirty="0" err="1"/>
              <a:t>táblák</a:t>
            </a:r>
            <a:r>
              <a:rPr lang="en-US" dirty="0"/>
              <a:t> </a:t>
            </a:r>
            <a:r>
              <a:rPr lang="en-US" dirty="0" err="1"/>
              <a:t>lekérdezése</a:t>
            </a:r>
            <a:endParaRPr lang="en-US" dirty="0"/>
          </a:p>
          <a:p>
            <a:r>
              <a:rPr lang="en-US" dirty="0"/>
              <a:t>XQuery → </a:t>
            </a:r>
            <a:r>
              <a:rPr lang="en-US" b="1" dirty="0"/>
              <a:t>XML </a:t>
            </a:r>
            <a:r>
              <a:rPr lang="en-US" b="1" dirty="0" err="1"/>
              <a:t>dokumentumok</a:t>
            </a:r>
            <a:r>
              <a:rPr lang="en-US" b="1" dirty="0"/>
              <a:t> </a:t>
            </a:r>
            <a:r>
              <a:rPr lang="en-US" b="1" dirty="0" err="1"/>
              <a:t>lekérdezése</a:t>
            </a:r>
            <a:endParaRPr lang="en-US" dirty="0"/>
          </a:p>
          <a:p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XQuery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XPath</a:t>
            </a:r>
            <a:r>
              <a:rPr lang="en-US" dirty="0"/>
              <a:t> </a:t>
            </a:r>
            <a:r>
              <a:rPr lang="en-US" dirty="0" err="1"/>
              <a:t>kifejezésekre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, </a:t>
            </a:r>
            <a:r>
              <a:rPr lang="en-US" dirty="0" err="1"/>
              <a:t>amelyekkel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XML </a:t>
            </a:r>
            <a:r>
              <a:rPr lang="en-US" dirty="0" err="1"/>
              <a:t>struktúrában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navigálni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361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célja - használata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589212" y="2219353"/>
            <a:ext cx="5926138" cy="36575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XML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b="1" dirty="0" err="1"/>
              <a:t>lekérdezése</a:t>
            </a:r>
            <a:endParaRPr lang="en-US" dirty="0"/>
          </a:p>
          <a:p>
            <a:pPr lvl="1"/>
            <a:r>
              <a:rPr lang="en-US" dirty="0"/>
              <a:t>XML </a:t>
            </a:r>
            <a:r>
              <a:rPr lang="en-US" dirty="0" err="1"/>
              <a:t>struktúrák</a:t>
            </a:r>
            <a:r>
              <a:rPr lang="en-US" dirty="0"/>
              <a:t> </a:t>
            </a:r>
            <a:r>
              <a:rPr lang="en-US" b="1" dirty="0" err="1"/>
              <a:t>feldolgozása</a:t>
            </a:r>
            <a:endParaRPr lang="en-US" dirty="0"/>
          </a:p>
          <a:p>
            <a:pPr lvl="1"/>
            <a:r>
              <a:rPr lang="en-US" dirty="0" err="1"/>
              <a:t>új</a:t>
            </a:r>
            <a:r>
              <a:rPr lang="en-US" dirty="0"/>
              <a:t> XML </a:t>
            </a:r>
            <a:r>
              <a:rPr lang="en-US" b="1" dirty="0" err="1"/>
              <a:t>generálása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r>
              <a:rPr lang="en-US" dirty="0" err="1"/>
              <a:t>Felhasználás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XML </a:t>
            </a:r>
            <a:r>
              <a:rPr lang="en-US" dirty="0" err="1"/>
              <a:t>adatbázisok</a:t>
            </a:r>
            <a:endParaRPr lang="en-US" dirty="0"/>
          </a:p>
          <a:p>
            <a:pPr lvl="1"/>
            <a:r>
              <a:rPr lang="en-US" dirty="0" err="1"/>
              <a:t>webszolgáltatások</a:t>
            </a:r>
            <a:endParaRPr lang="en-US" dirty="0"/>
          </a:p>
          <a:p>
            <a:pPr lvl="1"/>
            <a:r>
              <a:rPr lang="en-US" dirty="0" err="1"/>
              <a:t>dokumentumkezelő</a:t>
            </a:r>
            <a:r>
              <a:rPr lang="en-US" dirty="0"/>
              <a:t> </a:t>
            </a:r>
            <a:r>
              <a:rPr lang="en-US" dirty="0" err="1"/>
              <a:t>rendszerek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104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zis 3">
            <a:extLst>
              <a:ext uri="{FF2B5EF4-FFF2-40B4-BE49-F238E27FC236}">
                <a16:creationId xmlns:a16="http://schemas.microsoft.com/office/drawing/2014/main" id="{DDF9337B-0E19-2E70-AFC0-2F31E7F488CF}"/>
              </a:ext>
            </a:extLst>
          </p:cNvPr>
          <p:cNvSpPr/>
          <p:nvPr/>
        </p:nvSpPr>
        <p:spPr>
          <a:xfrm>
            <a:off x="6629400" y="406400"/>
            <a:ext cx="1739900" cy="74930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 err="1"/>
              <a:t>Xquery</a:t>
            </a:r>
            <a:endParaRPr lang="hu-HU" dirty="0"/>
          </a:p>
        </p:txBody>
      </p:sp>
      <p:sp>
        <p:nvSpPr>
          <p:cNvPr id="5" name="Ellipszis 4">
            <a:extLst>
              <a:ext uri="{FF2B5EF4-FFF2-40B4-BE49-F238E27FC236}">
                <a16:creationId xmlns:a16="http://schemas.microsoft.com/office/drawing/2014/main" id="{22FA9C70-6626-2365-30B3-B3CC9F27DA34}"/>
              </a:ext>
            </a:extLst>
          </p:cNvPr>
          <p:cNvSpPr/>
          <p:nvPr/>
        </p:nvSpPr>
        <p:spPr>
          <a:xfrm>
            <a:off x="4298156" y="1672911"/>
            <a:ext cx="1422400" cy="74930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 err="1"/>
              <a:t>Query</a:t>
            </a:r>
            <a:r>
              <a:rPr lang="hu-HU" dirty="0"/>
              <a:t> FLWOR</a:t>
            </a:r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2135333B-A0C0-3B67-54A8-3576D89ED47C}"/>
              </a:ext>
            </a:extLst>
          </p:cNvPr>
          <p:cNvSpPr/>
          <p:nvPr/>
        </p:nvSpPr>
        <p:spPr>
          <a:xfrm>
            <a:off x="9354342" y="1672911"/>
            <a:ext cx="1536700" cy="74930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/>
              <a:t>Update</a:t>
            </a:r>
          </a:p>
        </p:txBody>
      </p:sp>
      <p:sp>
        <p:nvSpPr>
          <p:cNvPr id="8" name="Ellipszis 7">
            <a:extLst>
              <a:ext uri="{FF2B5EF4-FFF2-40B4-BE49-F238E27FC236}">
                <a16:creationId xmlns:a16="http://schemas.microsoft.com/office/drawing/2014/main" id="{B36A805E-D790-8253-A800-285F42F0D605}"/>
              </a:ext>
            </a:extLst>
          </p:cNvPr>
          <p:cNvSpPr/>
          <p:nvPr/>
        </p:nvSpPr>
        <p:spPr>
          <a:xfrm>
            <a:off x="1905000" y="4006850"/>
            <a:ext cx="1320800" cy="57150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 err="1"/>
              <a:t>Selection</a:t>
            </a:r>
            <a:endParaRPr lang="hu-HU" dirty="0"/>
          </a:p>
        </p:txBody>
      </p:sp>
      <p:sp>
        <p:nvSpPr>
          <p:cNvPr id="9" name="Ellipszis 8">
            <a:extLst>
              <a:ext uri="{FF2B5EF4-FFF2-40B4-BE49-F238E27FC236}">
                <a16:creationId xmlns:a16="http://schemas.microsoft.com/office/drawing/2014/main" id="{F4D740C2-2EDD-F56A-6528-EEE4BC005864}"/>
              </a:ext>
            </a:extLst>
          </p:cNvPr>
          <p:cNvSpPr/>
          <p:nvPr/>
        </p:nvSpPr>
        <p:spPr>
          <a:xfrm>
            <a:off x="3541713" y="4006850"/>
            <a:ext cx="1320800" cy="57150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/>
              <a:t>Projection</a:t>
            </a:r>
          </a:p>
        </p:txBody>
      </p:sp>
      <p:sp>
        <p:nvSpPr>
          <p:cNvPr id="10" name="Ellipszis 9">
            <a:extLst>
              <a:ext uri="{FF2B5EF4-FFF2-40B4-BE49-F238E27FC236}">
                <a16:creationId xmlns:a16="http://schemas.microsoft.com/office/drawing/2014/main" id="{2B625B94-B04C-DE66-5865-4EE9676534BC}"/>
              </a:ext>
            </a:extLst>
          </p:cNvPr>
          <p:cNvSpPr/>
          <p:nvPr/>
        </p:nvSpPr>
        <p:spPr>
          <a:xfrm>
            <a:off x="5009356" y="4006851"/>
            <a:ext cx="1320800" cy="571499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/>
              <a:t>Group </a:t>
            </a:r>
          </a:p>
        </p:txBody>
      </p:sp>
      <p:sp>
        <p:nvSpPr>
          <p:cNvPr id="11" name="Ellipszis 10">
            <a:extLst>
              <a:ext uri="{FF2B5EF4-FFF2-40B4-BE49-F238E27FC236}">
                <a16:creationId xmlns:a16="http://schemas.microsoft.com/office/drawing/2014/main" id="{FEE51206-AE15-3A98-FE71-FD008335C960}"/>
              </a:ext>
            </a:extLst>
          </p:cNvPr>
          <p:cNvSpPr/>
          <p:nvPr/>
        </p:nvSpPr>
        <p:spPr>
          <a:xfrm>
            <a:off x="6477000" y="4006850"/>
            <a:ext cx="1320800" cy="57150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 err="1"/>
              <a:t>Join</a:t>
            </a:r>
            <a:endParaRPr lang="hu-HU" dirty="0"/>
          </a:p>
        </p:txBody>
      </p:sp>
      <p:sp>
        <p:nvSpPr>
          <p:cNvPr id="12" name="Ellipszis 11">
            <a:extLst>
              <a:ext uri="{FF2B5EF4-FFF2-40B4-BE49-F238E27FC236}">
                <a16:creationId xmlns:a16="http://schemas.microsoft.com/office/drawing/2014/main" id="{5D882330-2F7A-F9F8-8A84-A5D488D05218}"/>
              </a:ext>
            </a:extLst>
          </p:cNvPr>
          <p:cNvSpPr/>
          <p:nvPr/>
        </p:nvSpPr>
        <p:spPr>
          <a:xfrm>
            <a:off x="9354342" y="3740150"/>
            <a:ext cx="2037558" cy="933450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dirty="0" err="1"/>
              <a:t>Insert</a:t>
            </a:r>
            <a:r>
              <a:rPr lang="hu-HU" dirty="0"/>
              <a:t>, update, </a:t>
            </a:r>
            <a:r>
              <a:rPr lang="hu-HU" dirty="0" err="1"/>
              <a:t>delete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94121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FLWOR </a:t>
            </a:r>
            <a:r>
              <a:rPr lang="hu-HU" dirty="0" err="1"/>
              <a:t>expression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legismertebb</a:t>
            </a:r>
            <a:r>
              <a:rPr lang="en-US" dirty="0"/>
              <a:t> XQuery </a:t>
            </a:r>
            <a:r>
              <a:rPr lang="en-US" dirty="0" err="1"/>
              <a:t>szerkezet</a:t>
            </a:r>
            <a:r>
              <a:rPr lang="en-US" dirty="0"/>
              <a:t> a </a:t>
            </a:r>
            <a:r>
              <a:rPr lang="en-US" b="1" dirty="0"/>
              <a:t>FLWOR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XQuery-ben kb.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szerepet</a:t>
            </a:r>
            <a:r>
              <a:rPr lang="en-US" dirty="0"/>
              <a:t> </a:t>
            </a:r>
            <a:r>
              <a:rPr lang="en-US" dirty="0" err="1"/>
              <a:t>tölt</a:t>
            </a:r>
            <a:r>
              <a:rPr lang="en-US" dirty="0"/>
              <a:t> be, mint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SQL SELECT </a:t>
            </a:r>
            <a:r>
              <a:rPr lang="en-US" b="1" dirty="0" err="1"/>
              <a:t>lekérdezés</a:t>
            </a:r>
            <a:r>
              <a:rPr lang="en-US" dirty="0"/>
              <a:t>.</a:t>
            </a:r>
            <a:endParaRPr lang="hu-HU" dirty="0"/>
          </a:p>
          <a:p>
            <a:pPr lvl="1"/>
            <a:r>
              <a:rPr lang="hu-HU" dirty="0"/>
              <a:t>Mozaikszó : </a:t>
            </a:r>
          </a:p>
          <a:p>
            <a:pPr lvl="2"/>
            <a:r>
              <a:rPr lang="hu-HU" b="1" dirty="0"/>
              <a:t>FOR -&gt; </a:t>
            </a:r>
            <a:r>
              <a:rPr lang="hu-HU" dirty="0"/>
              <a:t>Iterál egy elem listán</a:t>
            </a:r>
          </a:p>
          <a:p>
            <a:pPr lvl="2"/>
            <a:r>
              <a:rPr lang="hu-HU" b="1" dirty="0"/>
              <a:t>LET -&gt; </a:t>
            </a:r>
            <a:r>
              <a:rPr lang="hu-HU" dirty="0"/>
              <a:t>Változóba tesz egy értéket</a:t>
            </a:r>
          </a:p>
          <a:p>
            <a:pPr lvl="2"/>
            <a:r>
              <a:rPr lang="hu-HU" b="1" dirty="0"/>
              <a:t>WHERE </a:t>
            </a:r>
            <a:r>
              <a:rPr lang="hu-HU" dirty="0"/>
              <a:t>-&gt; Szűrés (mint SQL WHERE)</a:t>
            </a:r>
          </a:p>
          <a:p>
            <a:pPr lvl="2"/>
            <a:r>
              <a:rPr lang="hu-HU" b="1" dirty="0"/>
              <a:t>ORDER BY </a:t>
            </a:r>
            <a:r>
              <a:rPr lang="hu-HU" dirty="0"/>
              <a:t>-&gt; Rendezés</a:t>
            </a:r>
          </a:p>
          <a:p>
            <a:pPr lvl="2"/>
            <a:r>
              <a:rPr lang="hu-HU" b="1" dirty="0"/>
              <a:t>RETURN </a:t>
            </a:r>
            <a:r>
              <a:rPr lang="hu-HU" dirty="0"/>
              <a:t>-&gt; Mit adjon vissza a lekérdezés</a:t>
            </a:r>
          </a:p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371124"/>
      </p:ext>
    </p:extLst>
  </p:cSld>
  <p:clrMapOvr>
    <a:masterClrMapping/>
  </p:clrMapOvr>
</p:sld>
</file>

<file path=ppt/theme/theme1.xml><?xml version="1.0" encoding="utf-8"?>
<a:theme xmlns:a="http://schemas.openxmlformats.org/drawingml/2006/main" name="Szálak">
  <a:themeElements>
    <a:clrScheme name="Szálak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Szálak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álak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TM02892315[[fn=Szálak]]</Template>
  <TotalTime>2840</TotalTime>
  <Words>157</Words>
  <Application>Microsoft Office PowerPoint</Application>
  <PresentationFormat>Szélesvásznú</PresentationFormat>
  <Paragraphs>35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Szálak</vt:lpstr>
      <vt:lpstr>Xquery</vt:lpstr>
      <vt:lpstr>Mi az XQuery?</vt:lpstr>
      <vt:lpstr>Fő célja - használata</vt:lpstr>
      <vt:lpstr>PowerPoint-bemutató</vt:lpstr>
      <vt:lpstr>FLWOR expression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Xquery</dc:title>
  <dc:creator>szalóczy krisztián</dc:creator>
  <cp:lastModifiedBy>Szalóczy Krisztián</cp:lastModifiedBy>
  <cp:revision>7</cp:revision>
  <dcterms:created xsi:type="dcterms:W3CDTF">2026-03-14T08:14:52Z</dcterms:created>
  <dcterms:modified xsi:type="dcterms:W3CDTF">2026-03-16T10:15:45Z</dcterms:modified>
</cp:coreProperties>
</file>